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8385C-8A94-16F7-6EB1-03F10E2E1298}" v="5" dt="2026-06-19T20:49:20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Medina" userId="70e2d102fea2be0b" providerId="Windows Live" clId="Web-{28E8385C-8A94-16F7-6EB1-03F10E2E1298}"/>
    <pc:docChg chg="modSld">
      <pc:chgData name="Carolina Medina" userId="70e2d102fea2be0b" providerId="Windows Live" clId="Web-{28E8385C-8A94-16F7-6EB1-03F10E2E1298}" dt="2026-06-19T20:49:20.926" v="4" actId="14100"/>
      <pc:docMkLst>
        <pc:docMk/>
      </pc:docMkLst>
      <pc:sldChg chg="addSp modSp">
        <pc:chgData name="Carolina Medina" userId="70e2d102fea2be0b" providerId="Windows Live" clId="Web-{28E8385C-8A94-16F7-6EB1-03F10E2E1298}" dt="2026-06-19T20:49:20.926" v="4" actId="14100"/>
        <pc:sldMkLst>
          <pc:docMk/>
          <pc:sldMk cId="2391963198" sldId="256"/>
        </pc:sldMkLst>
        <pc:picChg chg="add mod">
          <ac:chgData name="Carolina Medina" userId="70e2d102fea2be0b" providerId="Windows Live" clId="Web-{28E8385C-8A94-16F7-6EB1-03F10E2E1298}" dt="2026-06-19T20:49:20.926" v="4" actId="14100"/>
          <ac:picMkLst>
            <pc:docMk/>
            <pc:sldMk cId="2391963198" sldId="256"/>
            <ac:picMk id="2" creationId="{940DD14E-9A2F-BEB9-BA28-E596FDF87D46}"/>
          </ac:picMkLst>
        </pc:picChg>
        <pc:picChg chg="mod">
          <ac:chgData name="Carolina Medina" userId="70e2d102fea2be0b" providerId="Windows Live" clId="Web-{28E8385C-8A94-16F7-6EB1-03F10E2E1298}" dt="2026-06-19T20:49:14.191" v="3" actId="1076"/>
          <ac:picMkLst>
            <pc:docMk/>
            <pc:sldMk cId="2391963198" sldId="256"/>
            <ac:picMk id="1026" creationId="{DBCE0F62-5978-5D25-A8E3-872B6D0A99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D546635F-000B-49DF-BB26-293CCA777400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B01A0825-9EDF-4B9A-B345-1B486D914AD4}" type="sibTrans" cxnId="{AC0A7FF3-EEC4-470A-823E-BF7AF1556A99}">
      <dgm:prSet/>
      <dgm:spPr/>
      <dgm:t>
        <a:bodyPr/>
        <a:lstStyle/>
        <a:p>
          <a:endParaRPr lang="es-CL"/>
        </a:p>
      </dgm:t>
    </dgm:pt>
    <dgm:pt modelId="{5437D343-BECF-4620-B6C7-7088D8BBD91B}" type="parTrans" cxnId="{AC0A7FF3-EEC4-470A-823E-BF7AF1556A99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3F2A6752-A5BB-4F63-B720-93C45E0B4F56}" type="presOf" srcId="{D546635F-000B-49DF-BB26-293CCA777400}" destId="{F36F4ED1-B414-46B8-A8C5-C0FB11F5CFBC}" srcOrd="0" destOrd="2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D1C04ECF-982A-425F-B2B1-9CF15BCEB83B}" type="presOf" srcId="{D546635F-000B-49DF-BB26-293CCA777400}" destId="{0E12AD21-08CC-4736-A269-DD5234F9D874}" srcOrd="1" destOrd="2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AC0A7FF3-EEC4-470A-823E-BF7AF1556A99}" srcId="{99FF0D0F-282A-4030-9AF5-3B7621881539}" destId="{D546635F-000B-49DF-BB26-293CCA777400}" srcOrd="1" destOrd="0" parTransId="{5437D343-BECF-4620-B6C7-7088D8BBD91B}" sibTransId="{B01A0825-9EDF-4B9A-B345-1B486D914AD4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529" y="495097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“NOMBRE DEL PROYECTO”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40DD14E-9A2F-BEB9-BA28-E596FDF8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63" y="4463247"/>
            <a:ext cx="4536009" cy="11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9683936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800" dirty="0"/>
              <a:t>Descripción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Descripción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50566"/>
              </p:ext>
            </p:extLst>
          </p:nvPr>
        </p:nvGraphicFramePr>
        <p:xfrm>
          <a:off x="1248696" y="2595717"/>
          <a:ext cx="10235372" cy="3618273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4883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i="1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Describe actividades del punto anterior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559AD10BB8994EAB51E48F3FE516F0" ma:contentTypeVersion="7" ma:contentTypeDescription="Crear nuevo documento." ma:contentTypeScope="" ma:versionID="aee1bae0cac77f8d1a33841f1f51fa60">
  <xsd:schema xmlns:xsd="http://www.w3.org/2001/XMLSchema" xmlns:xs="http://www.w3.org/2001/XMLSchema" xmlns:p="http://schemas.microsoft.com/office/2006/metadata/properties" xmlns:ns2="a8b789d3-4977-4032-a1ae-10fbefa8a500" targetNamespace="http://schemas.microsoft.com/office/2006/metadata/properties" ma:root="true" ma:fieldsID="a69aba43700eb607e621f55ababe616d" ns2:_="">
    <xsd:import namespace="a8b789d3-4977-4032-a1ae-10fbefa8a5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789d3-4977-4032-a1ae-10fbefa8a5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5D09E3-8A41-47F9-8501-D602C44427AE}"/>
</file>

<file path=customXml/itemProps2.xml><?xml version="1.0" encoding="utf-8"?>
<ds:datastoreItem xmlns:ds="http://schemas.openxmlformats.org/officeDocument/2006/customXml" ds:itemID="{220047CE-021B-4A6F-829C-2DB45C4A421B}"/>
</file>

<file path=customXml/itemProps3.xml><?xml version="1.0" encoding="utf-8"?>
<ds:datastoreItem xmlns:ds="http://schemas.openxmlformats.org/officeDocument/2006/customXml" ds:itemID="{B3E0A6D7-1DD5-47D0-BC75-BC66784E3074}"/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272</Words>
  <Application>Microsoft Office PowerPoint</Application>
  <PresentationFormat>Panorámica</PresentationFormat>
  <Paragraphs>128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Gerardo enrique Galan Cruz</cp:lastModifiedBy>
  <cp:revision>5</cp:revision>
  <dcterms:created xsi:type="dcterms:W3CDTF">2023-10-28T21:12:11Z</dcterms:created>
  <dcterms:modified xsi:type="dcterms:W3CDTF">2026-06-19T20:49:30Z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0x01010048559AD10BB8994EAB51E48F3FE516F0</vt:lpwstr>
  </property>
</Properties>
</file>